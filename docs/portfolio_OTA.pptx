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2926080"/>
            <a:ext cx="11887200" cy="3657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Automotive Secure OTA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90E0EF"/>
                </a:solidFill>
              </a:rPr>
              <a:t>CAN 기반 UDS over ISO-TP A/B Slot OTA + Jenkins CI/CD 파이프라인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</a:rPr>
              <a:t>STM32F446RE  ·  Raspberry Pi 5  ·  CAN Bus  ·  ECDSA-P256  ·  Jenkins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987552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041648"/>
            <a:ext cx="89611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Embedded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4023360"/>
            <a:ext cx="987552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4041648"/>
            <a:ext cx="89611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Security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4023360"/>
            <a:ext cx="68580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404164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CI/CD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4023360"/>
            <a:ext cx="118872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4041648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Automotive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17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BCC"/>
                </a:solidFill>
              </a:rPr>
              <a:t>임재형  | 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ABBCC"/>
                </a:solidFill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0E0EF"/>
                </a:solidFill>
              </a:rP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1371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📌  프로젝트 배경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차량 ECU 펌웨어를 현장에서 안전하게 업데이트하는 OTA(Over-The-Air) 시스템은 현대 자동차 산업의 핵심 기술입니다. 본 프로젝트는 STM32 기반 Dual ECU + Raspberry Pi 5 Gateway 환경에서 전장급 Secure OTA 파이프라인을 직접 구현하고 검증합니다.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68880"/>
            <a:ext cx="3657600" cy="2011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365760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87168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🔒 Secure OTA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80360"/>
            <a:ext cx="3383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ECDSA-P256 서명 검증
SHA-256 무결성
Anti-rollback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468880"/>
            <a:ext cx="3657600" cy="2011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2468880"/>
            <a:ext cx="365760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487168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🔄 A/B Slot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880360"/>
            <a:ext cx="3383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Custom Bootloader
비활성 슬롯 업데이트
자동 Rollback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468880"/>
            <a:ext cx="3657600" cy="2011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468880"/>
            <a:ext cx="365760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487168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⚙️  CI/CD 자동화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880360"/>
            <a:ext cx="3383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Jenkins on RPi5
git push → 자동 플래시
슬롯 전환 검증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617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핵심 기술: CAN Bus  ·  UDS/ISO-TP  ·  ECDSA-P256  ·  Jenkins  ·  arm-none-eabi-gcc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ABBCC"/>
                </a:solidFill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시스템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0E0EF"/>
                </a:solidFill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828800" cy="822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👨‍💻 개발자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50876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git push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4630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188720"/>
            <a:ext cx="2011680" cy="822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12344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📦 Git Repo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50876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371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0E0EF"/>
                </a:solidFill>
              </a:rPr>
              <a:t>webhook
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914400"/>
            <a:ext cx="2926080" cy="1463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0" y="914400"/>
            <a:ext cx="292608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0" y="932688"/>
            <a:ext cx="27432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🖥  Raspberry Pi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123444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Jenkins CI/CD
슬롯 감지 → 빌드 → 서명 → OTA 전송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926080"/>
            <a:ext cx="11612880" cy="457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926080"/>
            <a:ext cx="73152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017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39C12"/>
                </a:solidFill>
              </a:rPr>
              <a:t>CAN Bus  500kbps  (CANH / CANL)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231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00B4D8"/>
                </a:solidFill>
              </a:rPr>
              <a:t>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231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00B4D8"/>
                </a:solidFill>
              </a:rPr>
              <a:t>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4231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00B4D8"/>
                </a:solidFill>
              </a:rPr>
              <a:t>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286000"/>
            <a:ext cx="1828800" cy="5029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35000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BBCC"/>
                </a:solidFill>
              </a:rPr>
              <a:t>CANable (USB)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566160"/>
            <a:ext cx="3200400" cy="16459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3566160"/>
            <a:ext cx="3200400" cy="2743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584448"/>
            <a:ext cx="30175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DriveECU  (STM32F446RE)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904487"/>
            <a:ext cx="3017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ISOTP: 0x7E0 / 0x7E8
• Heartbeat: CAN 0x100
• 라인트레이싱 비례제어
• TB6612FNG 모터 드라이버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3566160"/>
            <a:ext cx="3200400" cy="16459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0" y="3566160"/>
            <a:ext cx="3200400" cy="2743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0" y="3584448"/>
            <a:ext cx="30175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SensorECU  (STM32F446RE)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3904487"/>
            <a:ext cx="3017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ISOTP: 0x7E1 / 0x7E9
• Heartbeat: CAN 0x201
• HC-SR04 초음파 측거
• 장애물 감지 → CAN 전송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3566160"/>
            <a:ext cx="4114800" cy="16459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0" y="3566160"/>
            <a:ext cx="4114800" cy="2743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3584448"/>
            <a:ext cx="39319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Custom Bootloader  (공통)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3904487"/>
            <a:ext cx="3931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Slot A: 0x08010000 (192KB)
• Slot B: 0x08040000 (256KB)
• ECDSA-P256 서명 검증
• Metadata: 0x08008000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ABBCC"/>
                </a:solidFill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하드웨어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0E0EF"/>
                </a:solidFill>
              </a:rPr>
              <a:t>Hardware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2743200" cy="1920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27432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06984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STM32F446RE ×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417320"/>
            <a:ext cx="2560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DriveECU / SensorECU
Cortex-M4 180MHz, 512KB Flash, 128KB 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960120"/>
            <a:ext cx="2743200" cy="1920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960120"/>
            <a:ext cx="27432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106984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ECC71"/>
                </a:solidFill>
              </a:rPr>
              <a:t>Raspberry Pi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417320"/>
            <a:ext cx="2560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OTA Gateway + Jenkins
4-core ARM Cortex-A76, WiFi, USB-CAN(CANable)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960120"/>
            <a:ext cx="2743200" cy="1920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960120"/>
            <a:ext cx="274320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06984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39C12"/>
                </a:solidFill>
              </a:rPr>
              <a:t>SN65HVD230 ×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417320"/>
            <a:ext cx="2560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CAN Transceiver
PA11(CAN1_RX) / PA12(CAN1_TX)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960120"/>
            <a:ext cx="2743200" cy="1920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960120"/>
            <a:ext cx="2743200" cy="54864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9448" y="106984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CANable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1417320"/>
            <a:ext cx="2560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USB-CAN 어댑터
SocketCAN (can0) / 500kbps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063239"/>
            <a:ext cx="2743200" cy="1920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063239"/>
            <a:ext cx="27432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17296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IR 센서 (4ch)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3520439"/>
            <a:ext cx="2560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SZH-SSBH-006
디지털 DO 출력, 검은 라인 감지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3063239"/>
            <a:ext cx="2743200" cy="1920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46120" y="3063239"/>
            <a:ext cx="27432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55848" y="317296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ECC71"/>
                </a:solidFill>
              </a:rPr>
              <a:t>HC-SR04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55848" y="3520439"/>
            <a:ext cx="2560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초음파 거리 센서
측정 범위 2~400cm, 50ms 주기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063239"/>
            <a:ext cx="2743200" cy="1920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063239"/>
            <a:ext cx="274320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317296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39C12"/>
                </a:solidFill>
              </a:rPr>
              <a:t>TB6612FNG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520439"/>
            <a:ext cx="2560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듀얼 모터 드라이버
TIM3 CH1/CH2 PWM 제어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89720" y="3063239"/>
            <a:ext cx="2743200" cy="1920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89720" y="3063239"/>
            <a:ext cx="2743200" cy="54864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99448" y="317296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RC카 섀시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9448" y="3520439"/>
            <a:ext cx="2560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아크릴 2층 구조
4륜 DC 모터, AA 배터리 구동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ABBCC"/>
                </a:solidFill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Custom Bootloader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0E0EF"/>
                </a:solidFill>
              </a:rPr>
              <a:t>A/B Slot 기반 안전 업데이트 및 자동 Rollback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3474720" cy="51206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Flash 메모리 맵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3200400" cy="868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</a:rPr>
              <a:t>0x08000000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Bootloader  (32KB)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423160"/>
            <a:ext cx="3200400" cy="8686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468879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</a:rPr>
              <a:t>0x08008000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4320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Metadata  (32KB)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474720"/>
            <a:ext cx="3200400" cy="8686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20439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</a:rPr>
              <a:t>0x08010000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794759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Slot A App  (192KB)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526279"/>
            <a:ext cx="3200400" cy="8686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571999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</a:rPr>
              <a:t>0x08040000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46319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Slot B App  (256KB)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0" y="960120"/>
            <a:ext cx="7863840" cy="51206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1005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부팅 플로우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1417320"/>
            <a:ext cx="685800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1463040"/>
            <a:ext cx="6675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전원 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198424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90E0EF"/>
                </a:solidFill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1965960"/>
            <a:ext cx="6858000" cy="5486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2011679"/>
            <a:ext cx="6675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Metadata 읽기
(magic / active_slot / status)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53288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90E0EF"/>
                </a:solidFill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2651760"/>
            <a:ext cx="6858000" cy="5486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2697479"/>
            <a:ext cx="6675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ECDSA-P256
서명 검증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321868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90E0EF"/>
                </a:solidFill>
              </a:rPr>
              <a:t>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3429000"/>
            <a:ext cx="6858000" cy="5486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3474720"/>
            <a:ext cx="6675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검증 성공 → App Jump
(Vector Table 재배치)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39959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90E0EF"/>
                </a:solidFill>
              </a:rPr>
              <a:t>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4206240"/>
            <a:ext cx="685800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4251959"/>
            <a:ext cx="6675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검증 실패 → 반대 슬롯 시도
실패 시 대기 (안전 상태)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ABBCC"/>
                </a:solidFill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CAN 통신 / UDS 프로토콜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0E0EF"/>
                </a:solidFill>
              </a:rPr>
              <a:t>ISO-TP 전송 계층 위에서 UDS 진단 명령으로 펌웨어 전송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5303520" cy="2286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ISO-TP (ISO 15765-2)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1097280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9903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</a:rPr>
              <a:t>SF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691640"/>
            <a:ext cx="1051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0D1B2A"/>
                </a:solidFill>
              </a:rPr>
              <a:t>Single Frame
≤7 bytes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1371600"/>
            <a:ext cx="1097280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139903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</a:rPr>
              <a:t>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3352" y="1691640"/>
            <a:ext cx="1051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0D1B2A"/>
                </a:solidFill>
              </a:rPr>
              <a:t>First Frame
&gt;7 bytes 시작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360" y="1371600"/>
            <a:ext cx="1097280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139903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</a:rPr>
              <a:t>CF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2" y="1691640"/>
            <a:ext cx="1051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0D1B2A"/>
                </a:solidFill>
              </a:rPr>
              <a:t>Consecutive Frame
연속 데이터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1371600"/>
            <a:ext cx="1097280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139903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</a:rPr>
              <a:t>FC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42232" y="1691640"/>
            <a:ext cx="1051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0D1B2A"/>
                </a:solidFill>
              </a:rPr>
              <a:t>Flow Control
수신 준비 응답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31720"/>
            <a:ext cx="5029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DriveECU:  TX 0x7E0 → RX 0x7E8
SensorECU: TX 0x7E1 → RX 0x7E9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960120"/>
            <a:ext cx="6126480" cy="2286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1005840"/>
            <a:ext cx="5760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UDS 서비스 (ISO 14229)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1371600"/>
            <a:ext cx="5029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70448" y="139903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</a:rPr>
              <a:t>0x10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39903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0E0EF"/>
                </a:solidFill>
              </a:rPr>
              <a:t>DiagnosticSessionControl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1399032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Extended 세션 진입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1709928"/>
            <a:ext cx="5029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70448" y="173736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</a:rPr>
              <a:t>0x27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7373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0E0EF"/>
                </a:solidFill>
              </a:rPr>
              <a:t>SecurityAccess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173736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Seed/Key 인증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60" y="2048256"/>
            <a:ext cx="5029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70448" y="20756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</a:rPr>
              <a:t>0x34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0756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0E0EF"/>
                </a:solidFill>
              </a:rPr>
              <a:t>RequestDownload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2075688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비활성 슬롯 Erase &amp; 준비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60" y="2386584"/>
            <a:ext cx="5029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70448" y="2414015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</a:rPr>
              <a:t>0x36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414015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0E0EF"/>
                </a:solidFill>
              </a:rPr>
              <a:t>TransferData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2414015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256B 청크 반복 전송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52160" y="2724912"/>
            <a:ext cx="5029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70448" y="2752344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</a:rPr>
              <a:t>0x37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2752344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0E0EF"/>
                </a:solidFill>
              </a:rPr>
              <a:t>TransferExit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2752344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전송 완료 → 재부팅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383280"/>
            <a:ext cx="11612880" cy="2286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34290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CAN Heartbeat 메시지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3749039"/>
            <a:ext cx="182880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3794759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</a:rPr>
              <a:t>DriveECU
0x100  (1초)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31720" y="3794759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[APP_VER, SLOT, DRIVING, OBSTACLE, COUNT×4]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31720" y="4133087"/>
            <a:ext cx="8961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ABBCC"/>
                </a:solidFill>
              </a:rPr>
              <a:t>byte[1]=활성슬롯  CI/CD 슬롯 감지에 활용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4572000"/>
            <a:ext cx="182880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461772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</a:rPr>
              <a:t>SensorECU
0x201  (50ms)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31720" y="46177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[APP_VER, SLOT, DIST_H, DIST_L, OBS, 0, 0, 0]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31720" y="4956048"/>
            <a:ext cx="8961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ABBCC"/>
                </a:solidFill>
              </a:rPr>
              <a:t>byte[1]=활성슬롯  byte[2:3]=거리(cm)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ABBCC"/>
                </a:solidFill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Secure OTA 보안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0E0EF"/>
                </a:solidFill>
              </a:rPr>
              <a:t>펌웨어 무결성 · 인증성 · 재사용 방지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5669280" cy="2331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56692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🔑 ECDSA-P256
서명 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3035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펌웨어 빌드 후 SHA-256 해시 계산
• 개인키로 서명 (r‖s 64바이트) 첨부
• 부트로더에서 공개키로 검증
• 검증 실패 시 App 실행 차단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5669280" cy="2331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05840"/>
            <a:ext cx="566928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115568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ECC71"/>
                </a:solidFill>
              </a:rPr>
              <a:t>🛡 SHA-256
무결성 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53035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전송 완료 후 플래시 데이터 해시 재계산
• 서명 내 hash와 비교
• 전송 중 변조·오류 탐지
• uECC 라이브러리 활용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566160"/>
            <a:ext cx="5669280" cy="2331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566160"/>
            <a:ext cx="566928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675887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39C12"/>
                </a:solidFill>
              </a:rPr>
              <a:t>🔐 SecurityAccess
Seed/Key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51960"/>
            <a:ext cx="53035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UDS 0x27 기반 챌린지-응답
• Seed XOR 0xDEADBEEF = Key
• 미인증 상태에서 Download 불가
• 세션 종료 시 잠금 복구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566160"/>
            <a:ext cx="5669280" cy="2331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566160"/>
            <a:ext cx="5669280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675887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9B59B6"/>
                </a:solidFill>
              </a:rPr>
              <a:t>⛔ Anti-rollback
정책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51960"/>
            <a:ext cx="53035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Metadata에 slot_version 기록
• 업로드 버전 &lt; 현재 버전 → 거부
• 다운그레이드 공격 방어
• 버전 정보 Flash 영구 저장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ABBCC"/>
                </a:solidFill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CI/CD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0E0EF"/>
                </a:solidFill>
              </a:rPr>
              <a:t>git push → 자동 빌드 → 서명 → OTA → 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1417320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51560"/>
            <a:ext cx="1325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①
git push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9928" y="1463040"/>
            <a:ext cx="2011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90E0EF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005840"/>
            <a:ext cx="1417320" cy="1188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1051560"/>
            <a:ext cx="1325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②
변경 ECU
감지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1463040"/>
            <a:ext cx="2011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90E0EF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1005840"/>
            <a:ext cx="1417320" cy="1188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1051560"/>
            <a:ext cx="1325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③
슬롯 확인
(CAN)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8" y="1463040"/>
            <a:ext cx="2011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90E0EF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1005840"/>
            <a:ext cx="1417320" cy="1188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1051560"/>
            <a:ext cx="1325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④
빌드
(make)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1463040"/>
            <a:ext cx="2011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90E0EF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1005840"/>
            <a:ext cx="1417320" cy="1188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051560"/>
            <a:ext cx="1325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⑤
ECDSA
서명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1463040"/>
            <a:ext cx="2011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90E0EF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1005840"/>
            <a:ext cx="1417320" cy="1188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1051560"/>
            <a:ext cx="1325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⑥
UDS OTA
전송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39528" y="1463040"/>
            <a:ext cx="2011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90E0EF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49840" y="1005840"/>
            <a:ext cx="1417320" cy="1188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5560" y="1051560"/>
            <a:ext cx="1325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⑦
슬롯
검증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423160"/>
            <a:ext cx="3749039" cy="29260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2423160"/>
            <a:ext cx="3749039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79" y="2450592"/>
            <a:ext cx="34747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변경 감지 (Stage 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2788920"/>
            <a:ext cx="34747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git diff HEAD~1 HEAD
DriveECU/ → DRIVE_CHANGED=true
SensorECU/ → SENSOR_CHANGED=true
변경된 ECU만 선택적 플래시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59" y="2423160"/>
            <a:ext cx="3749039" cy="29260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51959" y="2423160"/>
            <a:ext cx="3749039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2450592"/>
            <a:ext cx="34747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빌드 &amp; 서명 (Stage 2-3)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2788920"/>
            <a:ext cx="34747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ci/build.sh drive B
  → makefile 링커경로 패치
  → arm-none-eabi-make
sign_firmware.py → ECDSA 서명 첨부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2423160"/>
            <a:ext cx="3749039" cy="29260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2423160"/>
            <a:ext cx="3749039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60" y="2450592"/>
            <a:ext cx="34747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OTA &amp; 검증 (Stage 4-5)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2788920"/>
            <a:ext cx="34747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ota_client.py → UDS 세션 → 전송
10초 대기 후 CAN 0x100 수신
byte[1] 슬롯 전환 확인
실패 시 pipeline error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54406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39C12"/>
                </a:solidFill>
              </a:rPr>
              <a:t>⚡  두 ECU 동시 OTA 금지 — DriveECU 완료 후 SensorECU 순차 실행 (안전 원칙)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ABBCC"/>
                </a:solidFill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펌웨어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0E0EF"/>
                </a:solidFill>
              </a:rPr>
              <a:t>DriveECU · SensorECU · Bootloader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5394960" cy="51206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5394960" cy="2926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87552"/>
            <a:ext cx="51206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DriveECU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1097280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90472"/>
            <a:ext cx="1005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</a:rPr>
              <a:t>drive.c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371600"/>
            <a:ext cx="393192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라인트레이싱 비례제어 (APP_VERSION=2)
가중치 S1=-3 S2=-1 S3=+1 S4=+3
s_last_error로 이탈 복귀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221991"/>
            <a:ext cx="1097280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86584"/>
            <a:ext cx="1005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</a:rPr>
              <a:t>motor.c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267711"/>
            <a:ext cx="393192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TB6612FNG PWM 제어
TIM3 CH1(PWMA) / CH2(PWMB)
AIN/BIN 방향 제어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118104"/>
            <a:ext cx="1097280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82696"/>
            <a:ext cx="1005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</a:rPr>
              <a:t>uds.c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163824"/>
            <a:ext cx="393192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UDS 서비스 처리
SecurityAccess Seed/Key
RequestDownload → 플래시 기록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014215"/>
            <a:ext cx="1097280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178807"/>
            <a:ext cx="1005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</a:rPr>
              <a:t>isotp.c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059935"/>
            <a:ext cx="393192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ISO-TP SF/FF/CF/FC 구현
대용량 펌웨어 분할 수신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910328"/>
            <a:ext cx="1097280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074920"/>
            <a:ext cx="1005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</a:rPr>
              <a:t>ota_flash.c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956048"/>
            <a:ext cx="393192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Flash 섹터 Erase / Write
활성 슬롯 판별 / Metadata 업데이트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960120"/>
            <a:ext cx="5943600" cy="51206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0" y="960120"/>
            <a:ext cx="5943600" cy="2926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987552"/>
            <a:ext cx="56692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SensorECU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1325880"/>
            <a:ext cx="1280160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1600200"/>
            <a:ext cx="1188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</a:rPr>
              <a:t>hcsr04.c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1463039"/>
            <a:ext cx="4297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HC-SR04 초음파 거리 측정
TIM2 μs 타이머 기반
TRIG 펄스 → ECHO 시간 계산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2834639"/>
            <a:ext cx="1280160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108959"/>
            <a:ext cx="1188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</a:rPr>
              <a:t>main.c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2971799"/>
            <a:ext cx="4297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50ms 주기 거리 측정
15cm 미만 → 장애물 플래그
CAN 0x200 obstacle 전송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4343400"/>
            <a:ext cx="1280160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4617720"/>
            <a:ext cx="1188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</a:rPr>
              <a:t>uds.c
isotop.c
ota_flash.c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4480560"/>
            <a:ext cx="4297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DriveECU와 동일 구조
ISO-TP: 0x7E1 / 0x7E9
UDS OTA 수신 처리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ABBCC"/>
                </a:solidFill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라인트레이싱 알고리즘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0E0EF"/>
                </a:solidFill>
              </a:rPr>
              <a:t>On/Off 제어 → 비례(P) 제어 전환 (OTA로 무중단 업데이트)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5394960" cy="5029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5394960" cy="27432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87552"/>
            <a:ext cx="51206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App v1  —  ON/OFF 제어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52120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센서 상태에 따라 정해진 속도로 고정 조향
  S1(좌끝) ON  → 좌모터 0,   우모터 600  (급좌회전)
  S4(우끝) ON  → 좌모터 600, 우모터 0    (급우회전)
  S2 ON        → 좌모터 300, 우모터 600  (완좌회전)
  S3 ON        → 좌모터 600, 우모터 300  (완우회전)
  S2+S3 ON     → 좌모터 600, 우모터 600  (직진)
문제: 급격한 속도 전환 → 진동 · 라인 이탈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960120"/>
            <a:ext cx="5943600" cy="5029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960120"/>
            <a:ext cx="594360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987552"/>
            <a:ext cx="56692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App v2  —  비례(P) 제어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325880"/>
            <a:ext cx="5669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오차에 비례하는 연속 조향 + 이탈 복귀 로직
  가중치:  S1=-3  S2=-1  S3=+1  S4=+3
  error = Σ(weight × sensor)
  correction = error × KP(80)
  좌모터 = BASE_SPEED(600) + correction
  우모터 = BASE_SPEED(600) - correction
  라인 이탈 시 (모든 센서 0):
    s_last_error 방향 유지 → 복귀 시도
효과: 부드러운 조향, 이탈 후 자동 복귀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08076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39C12"/>
                </a:solidFill>
              </a:rPr>
              <a:t>OTA 적용: git push → Jenkins → SlotB에 v2 플래시 → 재부팅 후 자동 전환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ABBCC"/>
                </a:solidFill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OTA 동작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0E0EF"/>
                </a:solidFill>
              </a:rPr>
              <a:t>CAN 메시지 · UART 로그 · 슬롯 전환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6858000" cy="25603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candump — CAN 버스 실시간 모니터링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6766560" cy="2011680"/>
          </a:xfrm>
          <a:prstGeom prst="rect">
            <a:avLst/>
          </a:prstGeom>
          <a:solidFill>
            <a:srgbClr val="05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17320"/>
            <a:ext cx="6629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ECC71"/>
                </a:solidFill>
              </a:rPr>
              <a:t>  can0  100  [8]  02 00 01 00 00 00 02 E1   ← DriveECU heartbeat (Slot A, v2)
  can0  200  [8]  00 00 24 00 00 00 00 00   ← 거리 36cm (장애물 없음)
  can0  200  [8]  01 00 06 00 00 00 00 00   ← 거리 6cm  (장애물 감지!)
  can0  201  [8]  01 01 00 24 00 00 00 00   ← SensorECU Slot B 전환 확인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960120"/>
            <a:ext cx="4572000" cy="25603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00584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UART 부팅 로그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371600"/>
            <a:ext cx="4480560" cy="2011680"/>
          </a:xfrm>
          <a:prstGeom prst="rect">
            <a:avLst/>
          </a:prstGeom>
          <a:solidFill>
            <a:srgbClr val="05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417320"/>
            <a:ext cx="4389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ECC71"/>
                </a:solidFill>
              </a:rPr>
              <a:t>  [BL] Bootloader v1.0
  [BL] Slot B PENDING
  [BL] ECDSA verify... OK
  [BL] Jump → 0x08040000
  [CAN] Start=0  OK
  [DriveECU v2] Slot=1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11612880" cy="23774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7490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검증 완료 항목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0690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148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CAN 통신 정상 동작 (DriveECU ↔ SensorECU ↔ RPi5)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0690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1148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A/B 슬롯 전환 및 Bootloader ECDSA 검증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6634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0916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UDS OTA 전송 완료 (ISO-TP 청크 분할)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6634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70916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장애물 감지 → 모터 정지 동작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257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3035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비례 제어 라인트레이싱 주행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257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3035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Jenkins CI/CD 자동 플래시 (RPi5 WiFi 복구 후 완료 예정)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ABBCC"/>
                </a:solidFill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주요 트러블슈팅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0E0EF"/>
                </a:solidFill>
              </a:rPr>
              <a:t>계측기 기반 원인 분석 및 해결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11612880" cy="17830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73152" cy="1783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078992"/>
            <a:ext cx="137160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097280"/>
            <a:ext cx="12801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</a:rPr>
              <a:t>ISS-CAN-004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09728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CAN 핀 배선 오류 (PA11/PA12 vs PB8/PB9)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463040"/>
            <a:ext cx="5303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ABBCC"/>
                </a:solidFill>
              </a:rPr>
              <a:t>증상: HAL_CAN_Start() 타임아웃
state=5 (HAL_CAN_STATE_ERROR)
ESR=0 (버스 오프 아님)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463040"/>
            <a:ext cx="5852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해결: CubeMX 핀맵과 조립 전 촬영 사진 대조
→ PB8/PB9 → PA11/PA12 재연결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80360"/>
            <a:ext cx="11612880" cy="17830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880360"/>
            <a:ext cx="73152" cy="1783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953512"/>
            <a:ext cx="1371600" cy="2743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2971800"/>
            <a:ext cx="12801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</a:rPr>
              <a:t>ISS-BL-001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97180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부트로더가 항상 Slot B 실행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337560"/>
            <a:ext cx="5303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ABBCC"/>
                </a:solidFill>
              </a:rPr>
              <a:t>증상: Metadata active_slot=1 고정
STM32CubeProgrammer 직접 플래시
→ ECDSA 서명 없어 검증 실패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337560"/>
            <a:ext cx="5852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해결: Sector 2(0x08008000) Erase
→ 메타데이터 초기화 → Slot A 기본 부팅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79"/>
            <a:ext cx="11612880" cy="17830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79"/>
            <a:ext cx="73152" cy="17830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" y="4828031"/>
            <a:ext cx="1371600" cy="2743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19"/>
            <a:ext cx="12801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</a:rPr>
              <a:t>ISS-DRV-001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4846319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DriveECU 로그에 v2 표시 오류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212079"/>
            <a:ext cx="5303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ABBCC"/>
                </a:solidFill>
              </a:rPr>
              <a:t>증상: [DriveECU v2] Start
하드코딩된 문자열
APP_VERSION=1임에도 v2 출력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212079"/>
            <a:ext cx="5852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해결: printf에 APP_VERSION 매크로 사용
ota_get_active_slot() 슬롯 출력 추가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ABBCC"/>
                </a:solidFill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기술 스택 &amp; 성과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0E0EF"/>
                </a:solidFill>
              </a:rPr>
              <a:t>Tech Stack &amp; Achievements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6858000" cy="4754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기술 스택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16459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</a:rPr>
              <a:t>MCU / 펌웨어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4630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STM32F446RE · HAL · arm-none-eabi-gcc · CubeIDE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975104"/>
            <a:ext cx="164592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66544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</a:rPr>
              <a:t>통신 프로토콜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06654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CAN 2.0B · ISO-TP · UDS (ISO 14229) · ISO 15765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578608"/>
            <a:ext cx="164592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7004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</a:rPr>
              <a:t>보안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67004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ECDSA-P256 · SHA-256 · uECC · cryptography (Python)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182112"/>
            <a:ext cx="1645920" cy="5029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7355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</a:rPr>
              <a:t>OTA 인프라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27355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Custom Bootloader · A/B Slot · Metadata 관리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785616"/>
            <a:ext cx="16459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877056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</a:rPr>
              <a:t>CI/CD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3877056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Jenkins · Python · python-can · Bash · arm-none-eabi-make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389120"/>
            <a:ext cx="164592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48056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</a:rPr>
              <a:t>하드웨어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44805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RPi5 · SN65HVD230 · TB6612FNG · HC-SR04 · IR 센서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992624"/>
            <a:ext cx="1645920" cy="50292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084064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</a:rPr>
              <a:t>개발 환경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508406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STM32CubeIDE · STM32CubeProgrammer · candump · Git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960120"/>
            <a:ext cx="4480560" cy="4754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0" y="100584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주요 성과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43800" y="1371600"/>
            <a:ext cx="32004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79" y="1417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Custom Bootloader 구현
ECDSA 검증 + A/B Slot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3800" y="2075688"/>
            <a:ext cx="32004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2121408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UDS over ISO-TP
완전 구현 (Python+C)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43800" y="2779776"/>
            <a:ext cx="32004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79" y="2825496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CAN 기반 OTA
무중단 업데이트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43800" y="3483864"/>
            <a:ext cx="32004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79" y="3529584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Jenkins CI/CD
자동화 파이프라인 설계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43800" y="4187952"/>
            <a:ext cx="32004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55279" y="4233672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RC카 실차 검증
라인트레이싱 주행 확인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43800" y="4892040"/>
            <a:ext cx="32004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79" y="4937759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SRS 기반 개발
요구사항 추적성 관리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ABBCC"/>
                </a:solidFill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향후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0E0EF"/>
                </a:solidFill>
              </a:rP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3749039" cy="48463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749039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033271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🔜  즉시 (케이블 도착 후)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79" y="1481328"/>
            <a:ext cx="54864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81328"/>
            <a:ext cx="3337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RPi5 WiFi 복구 (nmcli 설정 재연결)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2505456"/>
            <a:ext cx="54864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05456"/>
            <a:ext cx="3337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Jenkins 설치 및 파이프라인 첫 실행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79" y="3529584"/>
            <a:ext cx="54864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29584"/>
            <a:ext cx="3337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git push → 자동 OTA 시연 영상 촬영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79" y="4553712"/>
            <a:ext cx="54864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553712"/>
            <a:ext cx="3337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라인트레이싱 주행 + OTA 전환 시연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1005840"/>
            <a:ext cx="3749039" cy="48463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59" y="1005840"/>
            <a:ext cx="3749039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033271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📋  단기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1481328"/>
            <a:ext cx="54864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79" y="1481328"/>
            <a:ext cx="3337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보안 공격 시나리오 검증
(변조 / 위조 / 다운그레이드 / Replay)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505456"/>
            <a:ext cx="54864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79" y="2505456"/>
            <a:ext cx="3337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Anti-rollback 정책 실증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3529584"/>
            <a:ext cx="54864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79" y="3529584"/>
            <a:ext cx="3337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ECU ID 기반 대상 검증 구현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4553712"/>
            <a:ext cx="54864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79" y="4553712"/>
            <a:ext cx="3337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테스트 리포트 작성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1005840"/>
            <a:ext cx="3749039" cy="48463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1005840"/>
            <a:ext cx="3749039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1033271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🚀  장기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66760" y="1481328"/>
            <a:ext cx="54864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1481328"/>
            <a:ext cx="3337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8채널 IR 센서 교체 → PID 제어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66760" y="2505456"/>
            <a:ext cx="54864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2505456"/>
            <a:ext cx="3337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Manifest 기반 업데이트 패키지 도입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66760" y="3529584"/>
            <a:ext cx="54864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3529584"/>
            <a:ext cx="3337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CAN Flood 방어 검증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66760" y="4553712"/>
            <a:ext cx="54864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4553712"/>
            <a:ext cx="3337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ASPICE 추적성 매트릭스 완성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ABBCC"/>
                </a:solidFill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3063240"/>
            <a:ext cx="11887200" cy="3657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90E0EF"/>
                </a:solidFill>
              </a:rPr>
              <a:t>Automotive Secure OTA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BCC"/>
                </a:solidFill>
              </a:rPr>
              <a:t>STM32F446RE  ·  Raspberry Pi 5  ·  CAN Bus  ·  UDS/ISO-TP  ·  ECDSA-P256  ·  Jenkins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31920"/>
            <a:ext cx="118872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9959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99592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github.com/JaehyeongIm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118872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4988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449884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dlawogud517@gmail.com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17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</a:rPr>
              <a:t>2026  ·  임재형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ABBCC"/>
                </a:solidFill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